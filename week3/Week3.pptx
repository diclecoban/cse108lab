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761"/>
    <p:restoredTop sz="94625"/>
  </p:normalViewPr>
  <p:slideViewPr>
    <p:cSldViewPr snapToGrid="0">
      <p:cViewPr varScale="1">
        <p:scale>
          <a:sx n="31" d="100"/>
          <a:sy n="31" d="100"/>
        </p:scale>
        <p:origin x="208" y="20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982792B-D211-6500-8661-36271307D2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2C3174FA-908B-F4B4-160C-5101333F01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5CF9155-01AD-2B76-6CD6-8F99E7CFC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99D99-BB6D-A04E-88C2-29D83ABC890E}" type="datetimeFigureOut">
              <a:rPr lang="tr-TR" smtClean="0"/>
              <a:t>24.03.2023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1100C92-9EDC-6CE4-E561-ABD7350FE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5F66F8A-B1F4-3179-80D5-444C0FC06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3289-9B27-4743-B34E-0993E7BA4E0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36551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8B9DA8D-0AEF-69E5-AC53-04CCECEA3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8D4786E-B713-73DD-E95A-061BB2E61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F714309-45EB-B0D7-CFF2-1156729D1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99D99-BB6D-A04E-88C2-29D83ABC890E}" type="datetimeFigureOut">
              <a:rPr lang="tr-TR" smtClean="0"/>
              <a:t>24.03.2023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855A349-662F-1D63-D4EC-EA25F28B2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98A41DC-ED38-D41F-B159-680EBB2B2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3289-9B27-4743-B34E-0993E7BA4E0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27844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AA8E6D1-5FCD-7455-2946-3E508718A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3559D391-DC59-C273-2E59-BF68D954E0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8EB9078-9D12-70D6-06FF-648B5293E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99D99-BB6D-A04E-88C2-29D83ABC890E}" type="datetimeFigureOut">
              <a:rPr lang="tr-TR" smtClean="0"/>
              <a:t>24.03.2023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46A5E59-F7D6-C136-7E0D-BE34B0069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1CDD53F-363E-1DDD-1DA4-17EF45D0A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3289-9B27-4743-B34E-0993E7BA4E0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95567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049A76D-3FE2-60DB-BCAF-0122C1455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0666E59-3017-635A-5F98-6408C03106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FD19B8E1-34B8-4E7D-C12C-83369FA3D8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E65874FF-DFFD-D652-8AF0-95DFD6514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99D99-BB6D-A04E-88C2-29D83ABC890E}" type="datetimeFigureOut">
              <a:rPr lang="tr-TR" smtClean="0"/>
              <a:t>24.03.2023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019A87BF-3692-194F-9416-861F9B8D9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D8675E45-AA0B-897A-639E-150A33715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3289-9B27-4743-B34E-0993E7BA4E0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12852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CA3A6C3-194A-2BD1-2F9E-C40C30BE1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78DA527E-1992-1431-CAAB-3AFEA7A36B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31B56320-C152-6461-2736-DDBD649F5F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1E4099A0-D65C-7073-96AE-8F64EBBB2A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BCA6ECCB-D446-8E77-8370-79B19FC7C3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5FEB30C8-2A32-2625-1FE8-CE35C534D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99D99-BB6D-A04E-88C2-29D83ABC890E}" type="datetimeFigureOut">
              <a:rPr lang="tr-TR" smtClean="0"/>
              <a:t>24.03.2023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19E8449F-3D1E-64CE-5A36-1CB6D7A04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4EB9AAD8-5718-E4DC-0981-E7F691F0D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3289-9B27-4743-B34E-0993E7BA4E0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43886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FEFA76F-8856-252E-9892-216ACFA5B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BA7D1403-2F6D-7734-EEE9-B04BC8169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99D99-BB6D-A04E-88C2-29D83ABC890E}" type="datetimeFigureOut">
              <a:rPr lang="tr-TR" smtClean="0"/>
              <a:t>24.03.2023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2D2C95AB-FAE9-EB63-4DB2-0C61042B0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54F1B1E3-8687-6275-2B7D-99E4AC87C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3289-9B27-4743-B34E-0993E7BA4E0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79445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B6947A30-8FE4-61F6-2BDE-83B19E111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99D99-BB6D-A04E-88C2-29D83ABC890E}" type="datetimeFigureOut">
              <a:rPr lang="tr-TR" smtClean="0"/>
              <a:t>24.03.2023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99855867-1AB5-ECE8-B551-71ED25A29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174CA1ED-193C-C176-6324-D844309DB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3289-9B27-4743-B34E-0993E7BA4E0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81471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338F437-9B41-2C65-3E85-AA549DB75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579B3EB-1470-BCEB-C4AD-6D15779BE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AF271C2D-A2E8-604C-9D05-0D124047C3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0C2144C8-BBCF-D0CC-D45C-00070D28B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99D99-BB6D-A04E-88C2-29D83ABC890E}" type="datetimeFigureOut">
              <a:rPr lang="tr-TR" smtClean="0"/>
              <a:t>24.03.2023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9A13FA8B-7A41-7EC2-F617-7F985C24D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66924C47-960E-4567-1382-4AA75463F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3289-9B27-4743-B34E-0993E7BA4E0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71465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1831167-0790-4318-9CB0-86C003F07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3A0E270E-FC0A-F109-C2FB-611E4AB1F8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4E3E48A5-C055-27E0-1149-F00FE27231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A29A44B6-5173-EF45-1CA7-4A07198E6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99D99-BB6D-A04E-88C2-29D83ABC890E}" type="datetimeFigureOut">
              <a:rPr lang="tr-TR" smtClean="0"/>
              <a:t>24.03.2023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77B83F8E-C6B6-92AD-F621-4F8EAD94C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71BAF617-075A-ECD4-1B31-EA5F10C52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3289-9B27-4743-B34E-0993E7BA4E0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71606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1D2AC6E-AB3D-2AFB-3D1E-D18DEC25A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9EB4B467-9642-FC62-8213-650EE05981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FCAA3D8-C295-8512-FF4F-CF65C4BA5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99D99-BB6D-A04E-88C2-29D83ABC890E}" type="datetimeFigureOut">
              <a:rPr lang="tr-TR" smtClean="0"/>
              <a:t>24.03.2023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8C05EF6-00B8-F37E-839D-640A4DCAF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650091E-247B-BAA2-EA5C-D52755428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3289-9B27-4743-B34E-0993E7BA4E0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23211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F45F1648-BD1F-D1E1-8C73-2265B27660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93F4EFEB-D2A8-EA92-CA91-0664A93F36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CA75463-8514-4FF1-37F5-66663A489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99D99-BB6D-A04E-88C2-29D83ABC890E}" type="datetimeFigureOut">
              <a:rPr lang="tr-TR" smtClean="0"/>
              <a:t>24.03.2023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C8A7EC6-222D-E305-F5BD-95402FD8E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13928A5-FA88-5E5F-98AA-3D09B2B05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3289-9B27-4743-B34E-0993E7BA4E0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10560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98DB7E85-CD6C-9055-82AB-A3F077BF9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99B1F051-B48B-8CAA-19CE-88EFDC943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97930FC-D31C-90A5-9B28-788389B828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D99D99-BB6D-A04E-88C2-29D83ABC890E}" type="datetimeFigureOut">
              <a:rPr lang="tr-TR" smtClean="0"/>
              <a:t>24.03.2023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AAE32E7-B413-4CCD-006B-2EFBAAE364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241EDF5-2188-4229-7E12-F60F84EB87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7B3289-9B27-4743-B34E-0993E7BA4E0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26662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 descr="metin içeren bir resim&#10;&#10;Açıklama otomatik olarak oluşturuldu">
            <a:extLst>
              <a:ext uri="{FF2B5EF4-FFF2-40B4-BE49-F238E27FC236}">
                <a16:creationId xmlns:a16="http://schemas.microsoft.com/office/drawing/2014/main" id="{298F7B72-F39C-442A-4D95-AC1EA4D97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62" y="1148270"/>
            <a:ext cx="11450676" cy="4561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106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 descr="metin içeren bir resim&#10;&#10;Açıklama otomatik olarak oluşturuldu">
            <a:extLst>
              <a:ext uri="{FF2B5EF4-FFF2-40B4-BE49-F238E27FC236}">
                <a16:creationId xmlns:a16="http://schemas.microsoft.com/office/drawing/2014/main" id="{6A34145A-14EE-73B3-327F-1572841CA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207" y="1207495"/>
            <a:ext cx="10283585" cy="4443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406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 descr="metin içeren bir resim&#10;&#10;Açıklama otomatik olarak oluşturuldu">
            <a:extLst>
              <a:ext uri="{FF2B5EF4-FFF2-40B4-BE49-F238E27FC236}">
                <a16:creationId xmlns:a16="http://schemas.microsoft.com/office/drawing/2014/main" id="{43DF5C8E-7FED-A284-3D1D-74D5045A8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62" y="1363769"/>
            <a:ext cx="11400076" cy="4130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293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Geniş ekran</PresentationFormat>
  <Paragraphs>0</Paragraphs>
  <Slides>3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Teması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DİCLE ÇOBAN</dc:creator>
  <cp:lastModifiedBy>DİCLE ÇOBAN</cp:lastModifiedBy>
  <cp:revision>1</cp:revision>
  <dcterms:created xsi:type="dcterms:W3CDTF">2023-03-24T06:42:38Z</dcterms:created>
  <dcterms:modified xsi:type="dcterms:W3CDTF">2023-03-24T06:43:38Z</dcterms:modified>
</cp:coreProperties>
</file>