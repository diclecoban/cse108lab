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3FB0383-8D19-73F1-3B5B-24643D6F9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ACE2215-E90A-3F60-5EC6-A66CF76D1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99B8E50-7495-F299-2436-C6A5092B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2907-2FCD-244B-BDF3-493B8D7107C6}" type="datetimeFigureOut">
              <a:rPr lang="tr-TR" smtClean="0"/>
              <a:t>3.06.2023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664C339-3178-BA94-4387-211D0460F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9F56833-6C42-C287-3956-EEB091DF5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57B8-2395-4A45-A596-1B517F329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43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D75E59-1B1A-ABBA-98C3-558129CC2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3827530-E9E0-25AF-A094-94C176455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1F61594-A4B5-C2CD-8E44-2114A3100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2907-2FCD-244B-BDF3-493B8D7107C6}" type="datetimeFigureOut">
              <a:rPr lang="tr-TR" smtClean="0"/>
              <a:t>3.06.2023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5465CA4-83BD-1253-4957-374EF9E38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4D32B1D-344A-1234-EA74-6C230771B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57B8-2395-4A45-A596-1B517F329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589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1E821E-FD59-1844-369B-F5FA4506B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3D03E04-D2BF-FD4A-1EAA-C5CB6ACF3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3282B9D-EB88-3602-C96B-BE373D376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2907-2FCD-244B-BDF3-493B8D7107C6}" type="datetimeFigureOut">
              <a:rPr lang="tr-TR" smtClean="0"/>
              <a:t>3.06.2023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9245857-0723-4041-5C7A-2640A99F9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15ACD2B-7881-0325-AF20-E684D1B24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57B8-2395-4A45-A596-1B517F329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37596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C7722BA-CDD3-DB4D-249D-3A8B702D4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D4D4F80-02EB-2430-3CB8-8EC8F8622B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D2C96B5-9007-5127-0A2A-F73E68E63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F3C5F78-91F1-5BAB-A7D5-2308151B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2907-2FCD-244B-BDF3-493B8D7107C6}" type="datetimeFigureOut">
              <a:rPr lang="tr-TR" smtClean="0"/>
              <a:t>3.06.2023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D655C70-4A4A-73AC-DFBA-1A479E890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A2809B0-3E13-2C5D-55DE-ABC4B006B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57B8-2395-4A45-A596-1B517F329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91113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3FB9EFC-556D-E114-B6C1-0D4382FC5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39FB4AB-DDAE-943F-48C6-A283B3FAB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84D5242-7513-FC04-5A7B-639F627D2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7C3301E2-28D9-C60B-00B3-DF6AABFA8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48C89723-F5F3-6FFA-7C7A-4250E40F5A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A2D56B1D-D043-52AD-6637-E263705D3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2907-2FCD-244B-BDF3-493B8D7107C6}" type="datetimeFigureOut">
              <a:rPr lang="tr-TR" smtClean="0"/>
              <a:t>3.06.2023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0443C2EE-2252-9EC7-CD6A-A4E1C4DC7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4650B2F6-EDA8-913E-A722-C0BCF113F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57B8-2395-4A45-A596-1B517F329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35597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2F6917F-D02C-B4F7-C82F-FD2601E55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C505C355-269B-908F-C658-5CA65389F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2907-2FCD-244B-BDF3-493B8D7107C6}" type="datetimeFigureOut">
              <a:rPr lang="tr-TR" smtClean="0"/>
              <a:t>3.06.2023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DEA22C6-CCC5-33E0-AA5A-CCBF8497E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D7440CBF-2D1E-0547-2564-8DE5822AB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57B8-2395-4A45-A596-1B517F329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4305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11C5F31D-5A46-428D-F7B8-CD3F91777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2907-2FCD-244B-BDF3-493B8D7107C6}" type="datetimeFigureOut">
              <a:rPr lang="tr-TR" smtClean="0"/>
              <a:t>3.06.2023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708AC5DA-1AD7-80B2-995A-5F650D967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9FC7C114-A244-B11E-B4E5-171C0420F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57B8-2395-4A45-A596-1B517F329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4625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01ACD25-D415-9710-B787-BE428DC65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8986E52-8E12-F576-3ACD-061507B19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4578F5E-34A8-7FC5-7B1F-EAA77BB692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788501D-6B41-DAF7-FC93-F0878530C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2907-2FCD-244B-BDF3-493B8D7107C6}" type="datetimeFigureOut">
              <a:rPr lang="tr-TR" smtClean="0"/>
              <a:t>3.06.2023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D4E0E17-0467-06A2-CA39-A3B0DE9D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1698EEE-84DC-92B4-9193-EF975A28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57B8-2395-4A45-A596-1B517F329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52706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8285131-4DB4-3EC1-188B-E83967953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BE9D792B-B097-AF8E-1BC0-352790DB22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7A5D1A3-1583-D905-BEDC-0EE91C6ED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24BBED8-5E08-D346-F086-631AF5D8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2907-2FCD-244B-BDF3-493B8D7107C6}" type="datetimeFigureOut">
              <a:rPr lang="tr-TR" smtClean="0"/>
              <a:t>3.06.2023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A8D9A24-8F9E-6DA7-12CD-8312BDC43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30BDA88-A3BE-9EC3-B858-8859D845F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57B8-2395-4A45-A596-1B517F329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83737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E5A6659-AE12-4537-E2AD-A33D4648C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E133058-5EF7-53F8-1625-018F20824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ADDBBDD-5DDD-8396-09DB-DB38408C1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2907-2FCD-244B-BDF3-493B8D7107C6}" type="datetimeFigureOut">
              <a:rPr lang="tr-TR" smtClean="0"/>
              <a:t>3.06.2023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92C6B7B-F3B7-1C87-3EC7-1A4FB356F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655F58E-E51D-577E-96D7-3FC94BEA6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57B8-2395-4A45-A596-1B517F329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20137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ECF5286E-4F4D-B015-479A-438A3A913F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36827F5-BB56-C0AE-C3F1-0E059000E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E0AEBF1-904B-1903-457F-8EB926F35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2907-2FCD-244B-BDF3-493B8D7107C6}" type="datetimeFigureOut">
              <a:rPr lang="tr-TR" smtClean="0"/>
              <a:t>3.06.2023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733D014-9689-5844-482D-26A7ED081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1BE3BAA-F490-40F2-C0F2-A0371EF90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957B8-2395-4A45-A596-1B517F329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6019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F7984548-314E-4583-800D-33304BDCB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C7AD23B-0306-CFE4-5561-549BE48DB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806E5D2-E12D-2517-A747-1B34DE2E2F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E2907-2FCD-244B-BDF3-493B8D7107C6}" type="datetimeFigureOut">
              <a:rPr lang="tr-TR" smtClean="0"/>
              <a:t>3.06.2023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7C79083-922D-A6AE-00C1-2A175DCB12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2ACF11B-C61F-8CF4-C3C4-726F54FEF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957B8-2395-4A45-A596-1B517F329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2382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menü, yazı tipi içeren bir resim&#10;&#10;Açıklama otomatik olarak oluşturuldu">
            <a:extLst>
              <a:ext uri="{FF2B5EF4-FFF2-40B4-BE49-F238E27FC236}">
                <a16:creationId xmlns:a16="http://schemas.microsoft.com/office/drawing/2014/main" id="{D50C5CCA-EF9C-DAAC-1E98-6D626EDCD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99" y="0"/>
            <a:ext cx="4797853" cy="6858000"/>
          </a:xfrm>
          <a:prstGeom prst="rect">
            <a:avLst/>
          </a:prstGeom>
        </p:spPr>
      </p:pic>
      <p:pic>
        <p:nvPicPr>
          <p:cNvPr id="7" name="Resim 6" descr="metin, ekran görüntüsü, doküman, belge, mektup, harf içeren bir resim&#10;&#10;Açıklama otomatik olarak oluşturuldu">
            <a:extLst>
              <a:ext uri="{FF2B5EF4-FFF2-40B4-BE49-F238E27FC236}">
                <a16:creationId xmlns:a16="http://schemas.microsoft.com/office/drawing/2014/main" id="{BD49B256-A5D6-AFB1-497C-A41BAAD99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436" y="0"/>
            <a:ext cx="43058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866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menü, yazı tipi içeren bir resim&#10;&#10;Açıklama otomatik olarak oluşturuldu">
            <a:extLst>
              <a:ext uri="{FF2B5EF4-FFF2-40B4-BE49-F238E27FC236}">
                <a16:creationId xmlns:a16="http://schemas.microsoft.com/office/drawing/2014/main" id="{40C6FF04-6269-5F75-57DE-E44858B17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54" y="0"/>
            <a:ext cx="5739973" cy="6858000"/>
          </a:xfrm>
          <a:prstGeom prst="rect">
            <a:avLst/>
          </a:prstGeom>
        </p:spPr>
      </p:pic>
      <p:pic>
        <p:nvPicPr>
          <p:cNvPr id="5" name="Resim 4" descr="metin, ekran görüntüsü, menü, tasarım içeren bir resim&#10;&#10;Açıklama otomatik olarak oluşturuldu">
            <a:extLst>
              <a:ext uri="{FF2B5EF4-FFF2-40B4-BE49-F238E27FC236}">
                <a16:creationId xmlns:a16="http://schemas.microsoft.com/office/drawing/2014/main" id="{29CD4E94-2FA4-C157-4CA2-0785ED846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328" y="0"/>
            <a:ext cx="52144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615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Geniş ekran</PresentationFormat>
  <Paragraphs>0</Paragraphs>
  <Slides>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Teması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DİCLE ÇOBAN</dc:creator>
  <cp:lastModifiedBy>DİCLE ÇOBAN</cp:lastModifiedBy>
  <cp:revision>1</cp:revision>
  <dcterms:created xsi:type="dcterms:W3CDTF">2023-06-03T06:44:04Z</dcterms:created>
  <dcterms:modified xsi:type="dcterms:W3CDTF">2023-06-03T06:45:01Z</dcterms:modified>
</cp:coreProperties>
</file>