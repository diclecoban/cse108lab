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A920DC-DDB1-728B-A1F2-51B142DB3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B3801AB-D1CC-80ED-090B-E608D428D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0CB73FD-41F7-4F8B-2591-8AA2F5236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78269FC-1FAF-A5DE-82BC-198D55501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956B3D3-ACB6-552E-C0A0-1D0027FF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071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BFCC60-5FF1-BFF5-CFD2-871E77FE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BCD0A60-6587-6DCD-615A-2A5D6DFF5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8CBE9ED-9BC3-6FC7-A51A-6D941627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DE135EB-A771-6C90-BC51-D4903BA9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6F1E38A-3716-9B2A-0887-9815C225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344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B139D5-150D-4AFB-15F9-2FF49A5A3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3C80A04-6D34-8725-7452-C65984DB2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0ABC55A-F7AF-285D-AE52-C3F4262F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715F0F5-347D-0B17-D647-6485AEBB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22C98EA-FE15-45AD-6BBC-30B9890C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1454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39DB97-6E2E-6876-B98B-C2D25B36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0F35B0-E3C3-2F50-44D5-CD66FF919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96C9C16-1CB8-33BF-EA1C-0179D6CCB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E0219BD-DBC1-0C60-C943-4A60C0C7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F3F12D4-D457-C20C-1124-CEA36E44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C0E210B-FBF5-1E64-BC87-1159C66C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0204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ACBEB8F-2C68-E10A-5735-5295AC618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FA501A5-BAEC-C488-63F0-C7E4ACD5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A69043F-4B54-7770-F569-0A6878573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7DFE781-0E4D-4A7E-683B-25BB605AA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EDD92A3-13E9-B4CB-3A00-34059BE6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FC5143B8-F8FE-6F4D-A51F-F288F999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F0878D2-2D20-70BF-0F9A-D5AD683B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F1B9F63-2D9D-8587-F5C5-FB8AB418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4260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AE819D3-35E6-E970-64F1-AB5D954CB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10F9596-15C0-C1E1-B91B-06674122D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03E3DEA-69C6-372E-1785-E882881D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BA796C1-B1D7-4775-2605-350A94A4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2622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B65801B-FB93-A0BA-8AC1-77EAD8BD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4DCAFE4-9E2B-71DE-F5DB-09B8631C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EE57DA8-0543-658D-DF57-1659734D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5111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413327-932D-75FC-38B3-DCCCE28B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F7F83D-A6E4-2166-7254-F8F6D09C4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23E2D80-ADDE-1C07-3AF8-326A80400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DE46C9D-0A4F-7698-09D5-D67DBC45F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2D97193-3A7E-410B-9F7A-526789C8B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B02C117-C3CB-4757-CB42-E3CE48EB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076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61AC8F0-3309-AB8B-B729-B486644D7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3AAEEC2-0B7E-BE2E-0C1E-F7973BF23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BCEBB38-59D3-515A-CCE2-8CCF68757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0BF091B-458E-B017-AD57-05F2EA1A3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85612A8-16F5-0112-A63D-CB583781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6859821-B4B8-DF7A-7573-1A13866E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669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5BACD9-F394-2A61-C972-D313D28A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09A3A82-260F-87A8-E175-07C11290C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A6EFDD-FCAA-04E2-438E-83FD79BAC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A92E25B-4602-A245-7CE8-FAC06DF0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0A8FE27-EBC8-554F-A881-4747C31F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745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608E81C-DBA9-8072-50B3-85C7C9E48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344EF85-C75B-6D03-F7D7-BB6CD61AF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542E7E2-B489-ED0B-AAE0-5490D39F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4C498AB-5485-534F-D476-D799F23FD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3657302-B671-8C9E-EC4E-4C4BB9AC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5758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5E4350D-E270-AC81-4341-40E9D049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1BFE83D-7E20-E7D5-E15B-7140C8AE4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FAC06B1-5FEB-8380-FA8E-937FC9528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ABECB-8D76-B84E-A660-2055267AAA11}" type="datetimeFigureOut">
              <a:rPr lang="tr-TR" smtClean="0"/>
              <a:t>26.05.2023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B61B8D7-00BC-DAE3-557F-B657B1F37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5BAAC1C-8155-15BD-3DF8-89ECC7CDF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59DA4-452F-A643-992A-66CE111752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5038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3305F8-2321-B484-C10D-3BE2E7F174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E47A732-1FF2-3B46-6135-5D79F43216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 descr="metin, yazılım, multimedya yazılımı, grafik yazılımı içeren bir resim&#10;&#10;Açıklama otomatik olarak oluşturuldu">
            <a:extLst>
              <a:ext uri="{FF2B5EF4-FFF2-40B4-BE49-F238E27FC236}">
                <a16:creationId xmlns:a16="http://schemas.microsoft.com/office/drawing/2014/main" id="{741146BB-F730-B795-79BE-917A574E6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70" y="-79034"/>
            <a:ext cx="11954460" cy="701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3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yazılım, multimedya yazılımı, grafik yazılımı içeren bir resim&#10;&#10;Açıklama otomatik olarak oluşturuldu">
            <a:extLst>
              <a:ext uri="{FF2B5EF4-FFF2-40B4-BE49-F238E27FC236}">
                <a16:creationId xmlns:a16="http://schemas.microsoft.com/office/drawing/2014/main" id="{95E9690C-68C8-9986-7397-3B6E932A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9" y="0"/>
            <a:ext cx="11756493" cy="693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82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Geniş ekran</PresentationFormat>
  <Paragraphs>0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Teması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2023-05-26T06:29:20Z</dcterms:created>
  <dcterms:modified xsi:type="dcterms:W3CDTF">2023-05-26T06:31:11Z</dcterms:modified>
</cp:coreProperties>
</file>