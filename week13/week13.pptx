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A6524C-6654-F4EF-37D5-F6D43B985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EDB0D83-63E7-93C3-BBE7-8D922EE88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14BADAC-2848-4446-2D47-7CC5DA02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E86D73-109E-0945-966F-3339C833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BF043D-92DE-0421-990F-875BBD33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392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1D5D74-9A1C-9960-E4F8-23421268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1336CB-3266-73AB-6302-53F309CBE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BA9129-11D4-D469-CC7C-7228987E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45E4F9-DD54-EA7A-2422-9C462679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187D22-B126-3881-AF2E-59E385D0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945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CCE318-E60B-76A4-0655-5C8D31F2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8967A0E-A2E9-A751-3918-F3F1E017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F8350F-F080-DA2A-C78B-7A13E67A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7C7D67-F401-E34F-EBA6-5F7DAD20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2382A1-C7BE-2A6A-48F0-F494FAF2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246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405BAD-0895-DE3D-9A52-CF0A3F18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8CFE5A-B431-CD0C-ECDE-A5269C9A2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DF27058-22C3-6C55-25A9-8EF3632BE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474D90A-E09E-91F9-2065-6DF888C2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755E6DF-1C1E-2742-6684-AB52EC9D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02F389C-BA35-F283-D83F-8BEA94C0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310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2E60A1-D14F-ADFA-23E3-52AF5AF6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119A80E-04AF-C98A-5ABA-8456A5C6A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C4D709E-5D8D-C88D-00DD-039726163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DD7CA7F-FA88-0D83-44DA-2ABD74D39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2960153-0186-7DBC-522B-794617866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74A108C-A636-D006-AAFD-A53CACBE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554A8F4-C48C-9697-19B1-87BD14EA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3F40C11-AF69-CB73-F4F9-8F0B42DD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95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0938D1-3A09-E78D-336C-4046437E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9BC77D0-6CD9-DFA6-065F-A9F38AD7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5237709-674A-D3C1-AFDD-34574B35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990A4A9-530D-BAF1-32F4-4EF31E05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091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ECCA6A9-8B15-3993-8E86-A17B9B66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1E8081B-BEF5-57F6-72EF-B5117325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DA36C6E-893B-1B1F-2392-1294D295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566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6D0541-5903-281E-FDDF-43F87011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A25B07-D4D3-5B87-3E6D-316F3985A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A4EFA52-D500-DD8C-B119-9CEF1380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08172E9-0FEE-EC2F-3A0E-40BB3800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5F6D602-B282-34F2-9B94-A592C261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0CF89E7-FF50-6708-0249-BF707EFB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41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E54A04-24A2-8D39-E948-CF080F9E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DED78EE-2743-2260-0336-F056C81DE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57ACF53-D5D3-2098-5518-0AC7CCF3E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C3BD4A5-2006-85E6-6822-5F56E7108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FB94398-BD5D-F89E-E36D-FF9304B2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E191DE0-A0C2-00C6-B7C4-3D2FD119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204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676C2D-0149-E66D-4E51-19B0AD8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EB0DDE1-739E-DF32-CB54-A472FC17C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1D979D0-E3A2-7DDE-79A0-E69CC9D4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784B8F-E632-6547-8B8F-D4222646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9E2252-FE6C-1B82-2A11-6ECC406B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928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F96F2A3-AB15-D416-70F3-32D4AF75F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EBE7107-BCA7-1A25-BB33-4FC7A3282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203C5C-4148-5448-094B-FC1C5B0E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1C1AC7-127D-C74B-03D7-A909F617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80C7070-B0E5-A6DB-CF1A-49E7C415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58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953168D-552B-A28C-DAD0-0CA11598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25FEAE-242C-E3EF-270C-30268F62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CCFEDA-8652-B6DC-0FFC-091D1CE28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FDF91-9B6E-934F-B04D-DB339D9206CC}" type="datetimeFigureOut">
              <a:rPr lang="tr-TR" smtClean="0"/>
              <a:t>9.06.2023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DB1F43-13CE-9C57-8CA5-1A19A587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F9D7611-C97D-9DD6-477E-165C259F2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58DB6-53A4-E945-A72B-F2E7AE4CCA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208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menü, yazı tipi, makbuz içeren bir resim&#10;&#10;Açıklama otomatik olarak oluşturuldu">
            <a:extLst>
              <a:ext uri="{FF2B5EF4-FFF2-40B4-BE49-F238E27FC236}">
                <a16:creationId xmlns:a16="http://schemas.microsoft.com/office/drawing/2014/main" id="{9DD95B7F-4CB0-5274-48CE-CC71E671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27" y="0"/>
            <a:ext cx="2946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0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F798F777-4737-3948-EAA9-04CB5DE06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66" y="0"/>
            <a:ext cx="4278480" cy="6858000"/>
          </a:xfrm>
          <a:prstGeom prst="rect">
            <a:avLst/>
          </a:prstGeom>
        </p:spPr>
      </p:pic>
      <p:pic>
        <p:nvPicPr>
          <p:cNvPr id="4" name="Resim 3" descr="bilgisayar, multimedya, ekran görüntüsü, elektronik cihaz içeren bir resim&#10;&#10;Açıklama otomatik olarak oluşturuldu">
            <a:extLst>
              <a:ext uri="{FF2B5EF4-FFF2-40B4-BE49-F238E27FC236}">
                <a16:creationId xmlns:a16="http://schemas.microsoft.com/office/drawing/2014/main" id="{9E3848A9-318B-4600-814C-05B519501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034" y="1110374"/>
            <a:ext cx="7772400" cy="48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2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2023-06-09T07:00:46Z</dcterms:created>
  <dcterms:modified xsi:type="dcterms:W3CDTF">2023-06-09T07:01:37Z</dcterms:modified>
</cp:coreProperties>
</file>