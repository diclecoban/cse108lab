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58"/>
  </p:normalViewPr>
  <p:slideViewPr>
    <p:cSldViewPr snapToGrid="0">
      <p:cViewPr varScale="1">
        <p:scale>
          <a:sx n="96" d="100"/>
          <a:sy n="96" d="100"/>
        </p:scale>
        <p:origin x="20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D432C77-10C2-2A4B-D29A-A60A27104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9F72CBDD-B56C-8C87-0B8E-E65280035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E54E699-FC8C-C63A-6F71-C8F4C1192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E586-12D7-7843-A727-AACE31FAAD60}" type="datetimeFigureOut">
              <a:rPr lang="tr-TR" smtClean="0"/>
              <a:t>31.03.2023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D31BF0C-8E38-4B53-3D77-C8DDF4E1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A5B9938-77D8-B890-754A-1B19D2E7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36F8-A82D-734D-BA6C-CAD107A16C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0447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A7F8B8-B6B2-E37B-53F0-407C9E0A1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30486A8-67B5-3124-939E-B332FAB60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208C8DE-3E6F-94FD-1777-E725232ED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E586-12D7-7843-A727-AACE31FAAD60}" type="datetimeFigureOut">
              <a:rPr lang="tr-TR" smtClean="0"/>
              <a:t>31.03.2023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66C0466-BB9B-ADF2-006B-E6534801C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5C704C5-49FB-0915-DDE7-060E4F71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36F8-A82D-734D-BA6C-CAD107A16C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6604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B1AE8F-DF12-AB8E-5F17-5ED4E2E3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8A6E43C-DFD5-99F0-545A-739EE8C0C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F7F07BE-8CC9-6046-CB56-77E7132A9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E586-12D7-7843-A727-AACE31FAAD60}" type="datetimeFigureOut">
              <a:rPr lang="tr-TR" smtClean="0"/>
              <a:t>31.03.2023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ADFED40-1475-3C3D-85BE-2C17E0E8D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BAD7A90-8DDF-09D4-5298-FE35CC171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36F8-A82D-734D-BA6C-CAD107A16C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6348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B0DC64-C795-6AC0-5E6E-272295D34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A95273C-6DE4-0B44-4D8C-8B2FD636D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34F15ED-0FAC-BA33-3904-1A1D3D3E7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4AE4F63-C899-CB0C-18F9-203BE52B9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E586-12D7-7843-A727-AACE31FAAD60}" type="datetimeFigureOut">
              <a:rPr lang="tr-TR" smtClean="0"/>
              <a:t>31.03.2023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D6C2AC3-C51C-FA44-B558-BD2F64E2C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CBBA837-74F1-31EB-E87E-264E543B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36F8-A82D-734D-BA6C-CAD107A16C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5717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D96EE1A-657B-998C-E477-A366D4161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DE1F5D1-0B12-73CF-E373-F4166BC35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DE8F3C3-1FC5-1BC2-DE22-D24FD2222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536C79F6-0737-8B48-0A02-4AADE17EFE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E8D179AB-CFAC-8E78-A432-0FAE6B8F3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723B4CD3-104D-BF8F-1D24-AF6B30EF4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E586-12D7-7843-A727-AACE31FAAD60}" type="datetimeFigureOut">
              <a:rPr lang="tr-TR" smtClean="0"/>
              <a:t>31.03.2023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42880501-5DED-CD03-CB50-3B5CC830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2B5D5C38-9495-5009-4461-8208E306C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36F8-A82D-734D-BA6C-CAD107A16C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9700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B1D0C36-B5BB-711C-8394-FF7A87F7B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F4342A2-8B8D-4B08-B54D-B209A285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E586-12D7-7843-A727-AACE31FAAD60}" type="datetimeFigureOut">
              <a:rPr lang="tr-TR" smtClean="0"/>
              <a:t>31.03.2023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D1C6AE1-1203-5D94-908B-7AAE5C0BB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F02B749-4DE6-6C4D-099C-842BADB15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36F8-A82D-734D-BA6C-CAD107A16C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70179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F6CE21EC-62C4-EC2B-2C79-CD7DB2817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E586-12D7-7843-A727-AACE31FAAD60}" type="datetimeFigureOut">
              <a:rPr lang="tr-TR" smtClean="0"/>
              <a:t>31.03.2023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7085E2E2-A6AC-8D00-E62C-92BB84B84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D32B122-DAE1-C0A6-F18A-AA732F4E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36F8-A82D-734D-BA6C-CAD107A16C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3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497FA7-F849-F011-FC61-D6F37470D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497AA55-3818-6092-35AB-DC2E32242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638567E-A1AD-9BA1-DAFC-865076B04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A5A3636-39C8-A27D-362C-4E9C764FF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E586-12D7-7843-A727-AACE31FAAD60}" type="datetimeFigureOut">
              <a:rPr lang="tr-TR" smtClean="0"/>
              <a:t>31.03.2023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B65DF98-D531-3A30-5830-466367FED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D596C90-7071-65D6-ACDE-EF647517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36F8-A82D-734D-BA6C-CAD107A16C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7602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DB4A30-ABB6-5B82-ED88-227A554B2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2FF02CD-D047-06DF-B496-AE9B9C8D29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B7DFDC0-59D9-1B8E-23C7-DB662393F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CC67FA7-855D-160E-168B-1760028EF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E586-12D7-7843-A727-AACE31FAAD60}" type="datetimeFigureOut">
              <a:rPr lang="tr-TR" smtClean="0"/>
              <a:t>31.03.2023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F9A36CC-55E0-5FAE-F831-A46E3B5F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9B4C941-040B-E3F4-444B-F874C8003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36F8-A82D-734D-BA6C-CAD107A16C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007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333A8FC-1DD8-A49E-397D-FE60B52C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2BB8C6B-8045-BA86-FD7A-C670852D1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F9BA0ED-A374-0644-4C71-FA6372C2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E586-12D7-7843-A727-AACE31FAAD60}" type="datetimeFigureOut">
              <a:rPr lang="tr-TR" smtClean="0"/>
              <a:t>31.03.2023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DE5551E-AFC0-0D7A-6B3F-431DCCD3F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679C129-3EFC-4DB3-9DA9-161D52FC9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36F8-A82D-734D-BA6C-CAD107A16C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594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1AAFC73-AB07-BCE7-7C22-B14F83A25F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D8B66AC-69A1-2F8E-3963-DE6609056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7F736B3-E012-5793-F641-B5642B06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5E586-12D7-7843-A727-AACE31FAAD60}" type="datetimeFigureOut">
              <a:rPr lang="tr-TR" smtClean="0"/>
              <a:t>31.03.2023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6FC7B68-3DB8-0609-A302-88AE3EE47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314320D-2B93-6D97-6FF1-D621241CF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36F8-A82D-734D-BA6C-CAD107A16C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75306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5C4E2E0C-977D-980B-8370-1CDE9C3A8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C1C58C6-3A60-C079-3952-F263DC56E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0258340-5A97-5337-68A2-94227BCA5D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5E586-12D7-7843-A727-AACE31FAAD60}" type="datetimeFigureOut">
              <a:rPr lang="tr-TR" smtClean="0"/>
              <a:t>31.03.2023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7FE16C0-6D9F-7E9D-2FB1-114003A0E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252C625-6289-A3F9-AE2E-8EAC07964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C36F8-A82D-734D-BA6C-CAD107A16C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865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C427F64E-79DC-8C8B-A296-B8B22C2DE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3429000"/>
            <a:ext cx="7277100" cy="3276600"/>
          </a:xfrm>
          <a:prstGeom prst="rect">
            <a:avLst/>
          </a:prstGeom>
        </p:spPr>
      </p:pic>
      <p:pic>
        <p:nvPicPr>
          <p:cNvPr id="7" name="Resim 6" descr="metin içeren bir resim&#10;&#10;Açıklama otomatik olarak oluşturuldu">
            <a:extLst>
              <a:ext uri="{FF2B5EF4-FFF2-40B4-BE49-F238E27FC236}">
                <a16:creationId xmlns:a16="http://schemas.microsoft.com/office/drawing/2014/main" id="{C4E60D2F-EE56-7B11-2CD9-C065E8A39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29" y="257712"/>
            <a:ext cx="5815771" cy="306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66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0AD953D2-7879-EFB5-7773-8806070B3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932590"/>
            <a:ext cx="12058650" cy="275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862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Geniş ekran</PresentationFormat>
  <Paragraphs>0</Paragraphs>
  <Slides>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Teması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DİCLE ÇOBAN</dc:creator>
  <cp:lastModifiedBy>DİCLE ÇOBAN</cp:lastModifiedBy>
  <cp:revision>1</cp:revision>
  <dcterms:created xsi:type="dcterms:W3CDTF">2023-03-31T06:56:37Z</dcterms:created>
  <dcterms:modified xsi:type="dcterms:W3CDTF">2023-03-31T06:57:34Z</dcterms:modified>
</cp:coreProperties>
</file>