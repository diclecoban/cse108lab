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43"/>
  </p:normalViewPr>
  <p:slideViewPr>
    <p:cSldViewPr snapToGrid="0">
      <p:cViewPr varScale="1">
        <p:scale>
          <a:sx n="115" d="100"/>
          <a:sy n="115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CA98FF-55C6-AC65-AF48-D7BAFBE58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AE1840A-AFD1-2021-0E6B-31FA8C585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B9985A-2235-9F25-EB17-BABDF5E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5473BE0-AABD-DC59-282C-7A4B6EDC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FD9ACB-5624-53B7-3A0C-30A804DA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321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33A2AC-9BCC-5025-6DAA-6F34710B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715E68-9385-47F7-0E59-00D2D88D8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6A7328-A89E-E248-0226-117209E9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0E966AE-9D3B-0864-25EE-947C9BA8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675DA00-7736-E231-6530-14A5BDC5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109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B7461D-E409-99DF-0E17-81D982B6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958FF82-D853-97F6-6C72-FAF6CF96F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60E2600-0369-C447-E930-21969E74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CB1FCB-E425-DD81-DB97-A4D94C8E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C588D89-1373-6B44-5769-E2AF18B4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485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3F52DA-1A14-0167-30DC-1AEC48B8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044A5E-A822-A5A1-3A95-BCC8F1E46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F02DAD6-2CC7-2AC9-5B6A-83FDAEB1B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0EB6372-45F9-B120-353C-4FE8ACF8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0A7FEDB-373D-04F3-D06B-BC69BA58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2B0CB8D-918D-CD9D-9CBB-D4B53E98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104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4D387B-ABB4-EAF2-7713-E5D0CBCC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94C3561-B7BF-57A8-6013-D142597F7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8BF4203-0C5C-0E7F-758E-9A4AA1A9D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B26903F-A40A-E7A8-58F7-9C933B1EA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A21A752-9B45-B629-54D1-54B7BD2BE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743D068-22EE-5ACA-BB32-6EF445DD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902B0F4-7568-2FE9-0D1B-4EEC4F20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9BB1BE7-2ABE-B29A-010C-E2B49A7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35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6B300F-5CAD-B38A-F57E-C2FA175CF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F803F6B-1D90-F69D-3A30-5A13F6A4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1E660F6-6A6B-6170-0542-5CE7A5E4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5F08AF1-B440-B923-C3BF-1B9FED43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2354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DFCE4DF-667D-1D08-2FE7-22E63B09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311A2C1-5D80-B986-113C-0C5F35B0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D700BDC-A828-EE5C-4BC3-338ECA0D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393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B59456-2E56-F6CD-D131-690585E7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1C01A4-D8BA-0B3C-9256-DE29B47C8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75E152-0306-BD2F-A47C-A50923F38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7209A7-2DFC-A72B-9B0F-6B220753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393E4F0-B701-EA74-626A-82B6DB35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B1D4D9-2E84-63DA-9AAD-3032045D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054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48E6A7-0E5E-3A25-5DE5-69C8B7CE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F99C7E0-9514-CF7D-3DE3-D15A9C8CA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F091888-B7AC-EAC1-42C7-7A89747F6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9DB8FD0-1A93-7EA9-A0F7-71F0EB0A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D6E40FD-032C-4A0E-A748-D1AAB0E9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111C2F0-36A8-4F6B-D0F0-442FAE3A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169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D3DCEB-FF0A-BBA3-3D99-29A6BDC2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894FC13-2F9F-FC54-4156-37AE809C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41088BE-84A0-CF69-1E95-A98E3E97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E86EC92-407A-709B-9407-42803D93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DA592B-317C-625E-1170-DC26DE99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079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A8F6FAA-89BA-F3DD-55B7-1F50EE8A3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594CBC3-82A2-5ED8-EB79-E9ACFBBFB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C228301-184C-1048-564E-3541546A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2F57821-19ED-0C10-5B8E-08C367AC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201B60A-E83A-8F69-1EAB-EE534735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227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4D5FF71-B971-E493-71E8-DE104B14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F3AFCF-7C14-E593-25DE-E74C1299E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771220-56A1-6D3B-F907-F880EE965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F8942-40D7-C840-9F57-FEA803EA78D6}" type="datetimeFigureOut">
              <a:rPr lang="tr-TR" smtClean="0"/>
              <a:t>7.04.2023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6B26AA8-FB53-F8D3-58A9-0AEA46D7A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D281A7-5308-EE8B-637E-153096D46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2C033-6324-7E4C-82D9-DB338C4CC0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417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40A9CDB9-530D-5671-E348-1A8EA2EA7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73" y="226785"/>
            <a:ext cx="6822109" cy="640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0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 içeren bir resim&#10;&#10;Açıklama otomatik olarak oluşturuldu">
            <a:extLst>
              <a:ext uri="{FF2B5EF4-FFF2-40B4-BE49-F238E27FC236}">
                <a16:creationId xmlns:a16="http://schemas.microsoft.com/office/drawing/2014/main" id="{C3207A2B-8814-8F17-6F53-47E588635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795" y="376557"/>
            <a:ext cx="10174810" cy="6104886"/>
          </a:xfrm>
        </p:spPr>
      </p:pic>
    </p:spTree>
    <p:extLst>
      <p:ext uri="{BB962C8B-B14F-4D97-AF65-F5344CB8AC3E}">
        <p14:creationId xmlns:p14="http://schemas.microsoft.com/office/powerpoint/2010/main" val="291955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 içeren bir resim&#10;&#10;Açıklama otomatik olarak oluşturuldu">
            <a:extLst>
              <a:ext uri="{FF2B5EF4-FFF2-40B4-BE49-F238E27FC236}">
                <a16:creationId xmlns:a16="http://schemas.microsoft.com/office/drawing/2014/main" id="{4B19DFDC-0C41-2EA7-E6FE-048293DFC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085" y="1037064"/>
            <a:ext cx="10035829" cy="4446568"/>
          </a:xfrm>
        </p:spPr>
      </p:pic>
    </p:spTree>
    <p:extLst>
      <p:ext uri="{BB962C8B-B14F-4D97-AF65-F5344CB8AC3E}">
        <p14:creationId xmlns:p14="http://schemas.microsoft.com/office/powerpoint/2010/main" val="25334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Geniş ekran</PresentationFormat>
  <Paragraphs>0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2023-04-07T06:55:04Z</dcterms:created>
  <dcterms:modified xsi:type="dcterms:W3CDTF">2023-04-07T06:56:06Z</dcterms:modified>
</cp:coreProperties>
</file>