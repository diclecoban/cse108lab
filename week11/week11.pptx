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8" r:id="rId4"/>
    <p:sldId id="257" r:id="rId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54AB354-C93F-AC56-298F-A501E1BD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0CA458F-21C0-6764-CE96-E3905EE6A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7818528-13CD-9470-E6FF-4E6E3CEC6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8B0AC-7361-7B4B-B465-F0271A307190}" type="datetimeFigureOut">
              <a:rPr lang="tr-TR" smtClean="0"/>
              <a:t>2.06.2023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F559DAF-B921-530B-1035-43F7A903E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544D2A9-C426-13BB-84B3-08F45A455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85D4-EA41-FD42-8A9A-E2C17AE549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95463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FA0C651-0487-ADA9-2870-61C5C04CD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5400D8D-6C79-543D-2424-E7FEB9608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95D7743-D9EE-C13C-415A-5D47D158B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8B0AC-7361-7B4B-B465-F0271A307190}" type="datetimeFigureOut">
              <a:rPr lang="tr-TR" smtClean="0"/>
              <a:t>2.06.2023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AEFFF95-5787-6E74-5390-9766127E1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4771A31-D1E9-88C6-CED2-F25450F3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85D4-EA41-FD42-8A9A-E2C17AE549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19584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1732D4F-239A-6025-41FB-AACD0999B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FFFA691-D78D-C063-0732-B34205E87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35BB022-78B8-C775-9421-98E8FC323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8B0AC-7361-7B4B-B465-F0271A307190}" type="datetimeFigureOut">
              <a:rPr lang="tr-TR" smtClean="0"/>
              <a:t>2.06.2023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31FFC91-6166-B83A-5E39-578CAEA7D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4169A90-E941-C844-A9D4-1797BF95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85D4-EA41-FD42-8A9A-E2C17AE549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31075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EBA2929-02F4-9342-F8C9-04E6E141B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F4AF2C2-F709-5D6E-74F3-EBD01A2017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6777FFE-D722-F47C-BAEB-86D04A088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39671DF-FB2D-648E-40F4-CFBFECB15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8B0AC-7361-7B4B-B465-F0271A307190}" type="datetimeFigureOut">
              <a:rPr lang="tr-TR" smtClean="0"/>
              <a:t>2.06.2023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A2E0A3E-D99C-5D61-095F-944A73872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0C6DEFE-2AAC-D26C-32FB-6D4227A48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85D4-EA41-FD42-8A9A-E2C17AE549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98912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B7E9278-01B6-0D4E-B777-C77D2C594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435282D-853F-4AB2-500C-DFBB5CED6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E2FF070-F10C-B6BA-5227-581264047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FF0CFDF3-8F06-589A-F7AF-1C382AF6E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72BFC8D3-8362-7E38-03F1-EC8612272C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24B4367F-65CD-02FE-CAE1-28AABCFB6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8B0AC-7361-7B4B-B465-F0271A307190}" type="datetimeFigureOut">
              <a:rPr lang="tr-TR" smtClean="0"/>
              <a:t>2.06.2023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8D1C32A-B5A6-FAD4-6DAE-EEE710C16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471C0723-FDC6-9D30-1C6C-A7B3E1F4A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85D4-EA41-FD42-8A9A-E2C17AE549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98845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AF99FDC-F458-F7B9-2BA6-1D50DE856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27FD33A-1F8B-638A-799E-479978892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8B0AC-7361-7B4B-B465-F0271A307190}" type="datetimeFigureOut">
              <a:rPr lang="tr-TR" smtClean="0"/>
              <a:t>2.06.2023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A2635C0-22F5-F49E-2784-AD6EF8885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559C918-98F7-FAD5-C621-D5B15E4A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85D4-EA41-FD42-8A9A-E2C17AE549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76114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58541536-CAF5-0995-8DDF-0C11D8F51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8B0AC-7361-7B4B-B465-F0271A307190}" type="datetimeFigureOut">
              <a:rPr lang="tr-TR" smtClean="0"/>
              <a:t>2.06.2023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F78ED652-5FBB-D304-370C-28E903A83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6EFED1F5-31DB-A8CA-2DE9-B0239852E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85D4-EA41-FD42-8A9A-E2C17AE549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26389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BC26B0F-1946-AFC2-CB1F-152DCA158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C6E887A-86D2-E03A-7A56-99CB089ED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2C0DB05-05BE-982D-C75C-A59C24F11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62875E9-DB50-9CD4-9F0E-29CDBE410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8B0AC-7361-7B4B-B465-F0271A307190}" type="datetimeFigureOut">
              <a:rPr lang="tr-TR" smtClean="0"/>
              <a:t>2.06.2023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5A6B732-96AE-22A3-533F-E4405A56A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9756CB4-403B-41FC-ED4A-8E04CFF6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85D4-EA41-FD42-8A9A-E2C17AE549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29061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8ED7526-D825-A988-A925-64681D107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22F53E1C-968E-5762-875B-1439BB048C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13CC505-DC65-2F26-E893-1BDB6BBD3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48AF559-BECB-4B35-9737-895CE027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8B0AC-7361-7B4B-B465-F0271A307190}" type="datetimeFigureOut">
              <a:rPr lang="tr-TR" smtClean="0"/>
              <a:t>2.06.2023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97F7A98-81F6-58FB-7F38-4AE9C3032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0881B54-9F28-590B-C03B-677F4D42A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85D4-EA41-FD42-8A9A-E2C17AE549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43941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52D1DB-B747-D308-8458-9257162EE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45A2244-3F06-E1C5-6709-587E078DE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F999ABD-B224-8CAA-07A1-5377A9186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8B0AC-7361-7B4B-B465-F0271A307190}" type="datetimeFigureOut">
              <a:rPr lang="tr-TR" smtClean="0"/>
              <a:t>2.06.2023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25837F3-F4BF-2E50-B481-095AC3994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761B945-121C-2B86-982C-09CD2BEA0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85D4-EA41-FD42-8A9A-E2C17AE549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61795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CAF19EF2-BCD9-A2AF-124E-EBD1CA97B8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6E3A69DC-8C86-BE63-EF1A-2B4301E46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9B617F8-FD1A-3776-B369-E6C91B60B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8B0AC-7361-7B4B-B465-F0271A307190}" type="datetimeFigureOut">
              <a:rPr lang="tr-TR" smtClean="0"/>
              <a:t>2.06.2023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D474675-0A93-AC9E-2B58-4B787CAA6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BA63FB5-9D6B-25AF-51E6-093595EE1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85D4-EA41-FD42-8A9A-E2C17AE549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06507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1C9B7CC8-F007-10D7-6CBD-4DC120052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CA7A46C-63A5-1B3C-3AA0-F5285B73F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D08AEE7-EADE-46FD-73E8-A304E8BB60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8B0AC-7361-7B4B-B465-F0271A307190}" type="datetimeFigureOut">
              <a:rPr lang="tr-TR" smtClean="0"/>
              <a:t>2.06.2023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0EE9E87-5877-7580-DAA2-696D8B7E78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6E7A9A0-4247-36A8-DCF5-3774CA774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EC85D4-EA41-FD42-8A9A-E2C17AE549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28202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, ekran görüntüsü, doküman, belge, menü içeren bir resim&#10;&#10;Açıklama otomatik olarak oluşturuldu">
            <a:extLst>
              <a:ext uri="{FF2B5EF4-FFF2-40B4-BE49-F238E27FC236}">
                <a16:creationId xmlns:a16="http://schemas.microsoft.com/office/drawing/2014/main" id="{5CD7032C-6DB2-989C-E4A8-9C8BD4C50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233" y="0"/>
            <a:ext cx="62655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511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 içeren bir resim&#10;&#10;Açıklama otomatik olarak oluşturuldu">
            <a:extLst>
              <a:ext uri="{FF2B5EF4-FFF2-40B4-BE49-F238E27FC236}">
                <a16:creationId xmlns:a16="http://schemas.microsoft.com/office/drawing/2014/main" id="{CE891424-CDA5-AA36-9E88-4E929A6B7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23644"/>
            <a:ext cx="7772400" cy="621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187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, menü, yazı tipi içeren bir resim&#10;&#10;Açıklama otomatik olarak oluşturuldu">
            <a:extLst>
              <a:ext uri="{FF2B5EF4-FFF2-40B4-BE49-F238E27FC236}">
                <a16:creationId xmlns:a16="http://schemas.microsoft.com/office/drawing/2014/main" id="{E176E32B-CAC1-5A78-9936-5BB0ADEB8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026" y="0"/>
            <a:ext cx="69959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934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, menü, yazı tipi içeren bir resim&#10;&#10;Açıklama otomatik olarak oluşturuldu">
            <a:extLst>
              <a:ext uri="{FF2B5EF4-FFF2-40B4-BE49-F238E27FC236}">
                <a16:creationId xmlns:a16="http://schemas.microsoft.com/office/drawing/2014/main" id="{B10DE3B3-2B50-C049-BEFB-AA8A2C9F3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650" y="0"/>
            <a:ext cx="73746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064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Macintosh PowerPoint</Application>
  <PresentationFormat>Geniş ekran</PresentationFormat>
  <Paragraphs>0</Paragraphs>
  <Slides>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Teması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DİCLE ÇOBAN</dc:creator>
  <cp:lastModifiedBy>DİCLE ÇOBAN</cp:lastModifiedBy>
  <cp:revision>1</cp:revision>
  <dcterms:created xsi:type="dcterms:W3CDTF">2023-06-02T06:22:15Z</dcterms:created>
  <dcterms:modified xsi:type="dcterms:W3CDTF">2023-06-02T06:49:30Z</dcterms:modified>
</cp:coreProperties>
</file>